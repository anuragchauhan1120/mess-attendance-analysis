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62" r:id="rId4"/>
    <p:sldId id="263" r:id="rId5"/>
    <p:sldId id="264" r:id="rId6"/>
    <p:sldId id="258" r:id="rId7"/>
    <p:sldId id="257" r:id="rId8"/>
    <p:sldId id="259" r:id="rId9"/>
    <p:sldId id="260" r:id="rId10"/>
    <p:sldId id="265" r:id="rId11"/>
    <p:sldId id="267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C8070-7FD8-4E8F-88F8-91E4617D6172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1F71D-849F-4AE4-8667-E96BCDA775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9072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C8070-7FD8-4E8F-88F8-91E4617D6172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1F71D-849F-4AE4-8667-E96BCDA775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5834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C8070-7FD8-4E8F-88F8-91E4617D6172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1F71D-849F-4AE4-8667-E96BCDA775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1140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C8070-7FD8-4E8F-88F8-91E4617D6172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1F71D-849F-4AE4-8667-E96BCDA775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3291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C8070-7FD8-4E8F-88F8-91E4617D6172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1F71D-849F-4AE4-8667-E96BCDA775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5587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C8070-7FD8-4E8F-88F8-91E4617D6172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1F71D-849F-4AE4-8667-E96BCDA775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4683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C8070-7FD8-4E8F-88F8-91E4617D6172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1F71D-849F-4AE4-8667-E96BCDA775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1816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C8070-7FD8-4E8F-88F8-91E4617D6172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1F71D-849F-4AE4-8667-E96BCDA775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1531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C8070-7FD8-4E8F-88F8-91E4617D6172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1F71D-849F-4AE4-8667-E96BCDA775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0748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C8070-7FD8-4E8F-88F8-91E4617D6172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1F71D-849F-4AE4-8667-E96BCDA775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3585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C8070-7FD8-4E8F-88F8-91E4617D6172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1F71D-849F-4AE4-8667-E96BCDA775F9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458035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C8070-7FD8-4E8F-88F8-91E4617D6172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1F71D-849F-4AE4-8667-E96BCDA775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33828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C8070-7FD8-4E8F-88F8-91E4617D6172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1F71D-849F-4AE4-8667-E96BCDA775F9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593311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C8070-7FD8-4E8F-88F8-91E4617D6172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1F71D-849F-4AE4-8667-E96BCDA775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31746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C8070-7FD8-4E8F-88F8-91E4617D6172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1F71D-849F-4AE4-8667-E96BCDA775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76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C8070-7FD8-4E8F-88F8-91E4617D6172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1F71D-849F-4AE4-8667-E96BCDA775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224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EC8070-7FD8-4E8F-88F8-91E4617D6172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BB1F71D-849F-4AE4-8667-E96BCDA775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7643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8CA85-AD52-3D8D-2B95-DE66940B80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280" y="705803"/>
            <a:ext cx="9144000" cy="2387600"/>
          </a:xfrm>
        </p:spPr>
        <p:txBody>
          <a:bodyPr/>
          <a:lstStyle/>
          <a:p>
            <a:r>
              <a:rPr lang="en-IN" dirty="0"/>
              <a:t>Mess Attendance</a:t>
            </a:r>
            <a:br>
              <a:rPr lang="en-IN" dirty="0"/>
            </a:br>
            <a:r>
              <a:rPr lang="en-IN" dirty="0"/>
              <a:t>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4AD51C-EACB-96A5-2EA8-92222C71C0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3680" y="3561398"/>
            <a:ext cx="9144000" cy="1655762"/>
          </a:xfrm>
        </p:spPr>
        <p:txBody>
          <a:bodyPr/>
          <a:lstStyle/>
          <a:p>
            <a:r>
              <a:rPr lang="en-IN" dirty="0"/>
              <a:t>By Anurag Chauhan</a:t>
            </a:r>
          </a:p>
        </p:txBody>
      </p:sp>
    </p:spTree>
    <p:extLst>
      <p:ext uri="{BB962C8B-B14F-4D97-AF65-F5344CB8AC3E}">
        <p14:creationId xmlns:p14="http://schemas.microsoft.com/office/powerpoint/2010/main" val="3972911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5471E-F17F-E280-9745-B56D3F14E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2452" y="839789"/>
            <a:ext cx="4492028" cy="1222691"/>
          </a:xfrm>
        </p:spPr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73762-2F9A-552C-2C36-A9BEC6404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10762826" cy="388077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ptos Narrow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Managing food preparation in large institutions like IIT hostels is challenging due to fluctuating attendance influenced by multiple factors such as weather, events, and exam schedules. Over-preparation leads to wastage, while under-preparation causes dissatisfaction among students. This project aims to analyze mess attendance trends to provide actionable insights for optimizing resource planning and minimizing food waste.</a:t>
            </a:r>
            <a:endParaRPr lang="en-IN" sz="2400" dirty="0">
              <a:latin typeface="Aptos Narrow" panose="020B0004020202020204" pitchFamily="34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97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F0B1D-5074-A799-C3B3-646D3C1F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6294" y="558660"/>
            <a:ext cx="3752426" cy="1320800"/>
          </a:xfrm>
        </p:spPr>
        <p:txBody>
          <a:bodyPr/>
          <a:lstStyle/>
          <a:p>
            <a:r>
              <a:rPr lang="en-IN" dirty="0"/>
              <a:t>Data Collection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47AA130-E527-8B6E-B8DA-4E0AA72206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7480" y="1553601"/>
            <a:ext cx="11536680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Data was synthetically generated for a semester (15 Jan – 15 May), representing attendance for breakfast,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lunch, and dinner.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Each dataset includes: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Date and Day of Week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Weather Conditions (Sunny, Cloudy, Rainy)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Exam Week Indicator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Special Events (Movie Screening, Festival, Holiday, Sports, Cultural, Tech)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Recorded Attendance Count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Patterns were embedded to reflect realistic behaviors, such as higher dinner attendance on non-veg days and reduced attendance during rainy weather or events.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0370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C94E4-7ABD-922D-CCE1-F83C59031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1894" y="985520"/>
            <a:ext cx="8596668" cy="1320800"/>
          </a:xfrm>
        </p:spPr>
        <p:txBody>
          <a:bodyPr/>
          <a:lstStyle/>
          <a:p>
            <a:r>
              <a:rPr lang="en-IN" dirty="0"/>
              <a:t>Exploratory Data Analysis(EDA)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BF6F6-5D2A-90ED-F022-107D061584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The raw datasets contained missing values and inconsistencies.</a:t>
            </a:r>
            <a:br>
              <a:rPr lang="en-US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US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Cleaning steps included:</a:t>
            </a:r>
          </a:p>
          <a:p>
            <a:r>
              <a:rPr lang="en-US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Handling missing values using appropriate imputation or removal.</a:t>
            </a:r>
          </a:p>
          <a:p>
            <a:r>
              <a:rPr lang="en-US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Standardizing date formats and categorical variables.</a:t>
            </a:r>
          </a:p>
          <a:p>
            <a:r>
              <a:rPr lang="en-US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Removing irrelevant or duplicate records.</a:t>
            </a:r>
          </a:p>
          <a:p>
            <a:r>
              <a:rPr lang="en-US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Ensuring attendance values fall within logical limits (150–200 base, adjusted by conditions).</a:t>
            </a:r>
          </a:p>
          <a:p>
            <a:pPr marL="0" indent="0">
              <a:buNone/>
            </a:pPr>
            <a:br>
              <a:rPr lang="en-US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US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The cleaned datasets were used for analysis and dashboard creation.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8563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6B9A7-C000-2AED-8E59-8E95123B6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8374" y="1127760"/>
            <a:ext cx="5063066" cy="1320800"/>
          </a:xfrm>
        </p:spPr>
        <p:txBody>
          <a:bodyPr/>
          <a:lstStyle/>
          <a:p>
            <a:r>
              <a:rPr lang="en-IN" dirty="0"/>
              <a:t>Power BI Dashboards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02C86-82C5-0BCB-DB23-CD06D747E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91069"/>
            <a:ext cx="9946640" cy="418941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Interactive dashboards were created in Power BI for each meal type and a combined comparison:</a:t>
            </a:r>
          </a:p>
          <a:p>
            <a:r>
              <a:rPr lang="en-US" sz="24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Breakfast Dashboard:</a:t>
            </a:r>
            <a:r>
              <a:rPr lang="en-US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Highlights peak attendance on weekends.</a:t>
            </a:r>
          </a:p>
          <a:p>
            <a:r>
              <a:rPr lang="en-US" sz="24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Lunch Dashboard:</a:t>
            </a:r>
            <a:r>
              <a:rPr lang="en-US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Shows dependency on sunny class days and dips during exams.</a:t>
            </a:r>
          </a:p>
          <a:p>
            <a:r>
              <a:rPr lang="en-US" sz="24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Dinner Dashboard:</a:t>
            </a:r>
            <a:r>
              <a:rPr lang="en-US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Peaks on non-veg days (Wed &amp; Sat), lower on event days.</a:t>
            </a:r>
          </a:p>
          <a:p>
            <a:r>
              <a:rPr lang="en-US" sz="24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Comparison Dashboard:</a:t>
            </a:r>
            <a:r>
              <a:rPr lang="en-US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Side-by-side view for overall patterns.</a:t>
            </a:r>
          </a:p>
          <a:p>
            <a:pPr marL="0" indent="0">
              <a:buNone/>
            </a:pPr>
            <a:br>
              <a:rPr lang="en-US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US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Filters allow analysis by weather, events, and exam weeks.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1388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A7B45-FA6F-CE88-C4E3-10DB46A6E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3E0F7-3744-97A1-59AA-1E300CD0E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87A1ED99-99C6-D0E4-B36B-6CAEDDD6D1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60" y="225978"/>
            <a:ext cx="11353800" cy="6406043"/>
          </a:xfrm>
        </p:spPr>
      </p:pic>
    </p:spTree>
    <p:extLst>
      <p:ext uri="{BB962C8B-B14F-4D97-AF65-F5344CB8AC3E}">
        <p14:creationId xmlns:p14="http://schemas.microsoft.com/office/powerpoint/2010/main" val="2676041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DEE6A-E42F-3D52-662A-2C766B521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CB38EC-B88F-4AE5-EFE3-F6A4A21411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46" y="233838"/>
            <a:ext cx="11327907" cy="6390323"/>
          </a:xfrm>
        </p:spPr>
      </p:pic>
    </p:spTree>
    <p:extLst>
      <p:ext uri="{BB962C8B-B14F-4D97-AF65-F5344CB8AC3E}">
        <p14:creationId xmlns:p14="http://schemas.microsoft.com/office/powerpoint/2010/main" val="87064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B493E-7F21-8394-285C-221E49691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15C277-618A-8075-95D3-DA421D49F6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285" y="269398"/>
            <a:ext cx="11218937" cy="6319203"/>
          </a:xfrm>
        </p:spPr>
      </p:pic>
    </p:spTree>
    <p:extLst>
      <p:ext uri="{BB962C8B-B14F-4D97-AF65-F5344CB8AC3E}">
        <p14:creationId xmlns:p14="http://schemas.microsoft.com/office/powerpoint/2010/main" val="1232122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113DD-8C0B-00BB-5A01-9F3FBC014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9D1425-72D8-DF59-CE2A-4395331E8D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783" y="167798"/>
            <a:ext cx="11486433" cy="6522403"/>
          </a:xfrm>
        </p:spPr>
      </p:pic>
    </p:spTree>
    <p:extLst>
      <p:ext uri="{BB962C8B-B14F-4D97-AF65-F5344CB8AC3E}">
        <p14:creationId xmlns:p14="http://schemas.microsoft.com/office/powerpoint/2010/main" val="40091905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B2926-02A4-ABA2-9BB0-8C383BBD3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5974" y="558800"/>
            <a:ext cx="2126826" cy="741680"/>
          </a:xfrm>
        </p:spPr>
        <p:txBody>
          <a:bodyPr/>
          <a:lstStyle/>
          <a:p>
            <a:r>
              <a:rPr lang="en-IN" dirty="0"/>
              <a:t>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F1AC6-5C1D-4308-CE8E-758C8D7FF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454" y="1713549"/>
            <a:ext cx="10264986" cy="4717731"/>
          </a:xfrm>
        </p:spPr>
        <p:txBody>
          <a:bodyPr/>
          <a:lstStyle/>
          <a:p>
            <a:r>
              <a:rPr lang="en-US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Breakfast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had the highest average attendance, especially on </a:t>
            </a:r>
            <a:r>
              <a:rPr lang="en-US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Saturdays and Sundays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likely due to relaxed schedules.</a:t>
            </a:r>
          </a:p>
          <a:p>
            <a:r>
              <a:rPr lang="en-US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Lunch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attendance peaked on </a:t>
            </a:r>
            <a:r>
              <a:rPr lang="en-US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class days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(Monday–Friday, except holidays) and dropped during </a:t>
            </a:r>
            <a:r>
              <a:rPr lang="en-US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exam weeks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  <a:p>
            <a:r>
              <a:rPr lang="en-US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Dinner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attendance increased significantly on </a:t>
            </a:r>
            <a:r>
              <a:rPr lang="en-US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Wednesdays and Saturdays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(non-veg days) but fell on </a:t>
            </a:r>
            <a:r>
              <a:rPr lang="en-US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event days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like festivals and holidays.</a:t>
            </a:r>
          </a:p>
          <a:p>
            <a:r>
              <a:rPr lang="en-US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Rainy weather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consistently reduced attendance for all meals.</a:t>
            </a:r>
          </a:p>
          <a:p>
            <a:r>
              <a:rPr lang="en-US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Sunny weather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boosted lunch attendance, while </a:t>
            </a:r>
            <a:r>
              <a:rPr lang="en-US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cloudy weather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had minimal impact.</a:t>
            </a:r>
          </a:p>
          <a:p>
            <a:r>
              <a:rPr lang="en-US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Exam weekend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caused lunch dips but had minimal effect on breakfast and a mild boost in dinner.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69208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3EF84-432A-553B-C089-F54E048B6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5574" y="812800"/>
            <a:ext cx="8596668" cy="1320800"/>
          </a:xfrm>
        </p:spPr>
        <p:txBody>
          <a:bodyPr/>
          <a:lstStyle/>
          <a:p>
            <a:r>
              <a:rPr lang="en-IN" dirty="0"/>
              <a:t>Recommendations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B885884-0951-2FE5-3E47-703E70D413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02640" y="2133600"/>
            <a:ext cx="103632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Adjust food preparation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 based on day-of-week patterns to minimize waste.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Narrow" panose="020B0004020202020204" pitchFamily="34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Plan special offers or promotions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 for low-attendance dinners on Thursdays or holidays.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Narrow" panose="020B0004020202020204" pitchFamily="34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Stock more on high-demand days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 (weekend breakfasts, Wednesday/Saturday dinners).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Narrow" panose="020B0004020202020204" pitchFamily="34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Consider covered dining or delivery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 options on rainy days to maintain attendance.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Narrow" panose="020B0004020202020204" pitchFamily="34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Monitor event schedules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 (festivals, sports, tech events) to adjust resources accordingly.</a:t>
            </a:r>
          </a:p>
        </p:txBody>
      </p:sp>
    </p:spTree>
    <p:extLst>
      <p:ext uri="{BB962C8B-B14F-4D97-AF65-F5344CB8AC3E}">
        <p14:creationId xmlns:p14="http://schemas.microsoft.com/office/powerpoint/2010/main" val="10515235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D9496-8848-9D2A-D622-5ECC7AAEA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5094" y="1117600"/>
            <a:ext cx="8596668" cy="1320800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93A4B-B5A7-27DB-C32A-CDBDB447C5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analysis highlights clear attendance patterns influenced by </a:t>
            </a:r>
            <a:r>
              <a:rPr lang="en-US" b="1" dirty="0"/>
              <a:t>day of the week, weather, events, and exam schedules</a:t>
            </a:r>
            <a:r>
              <a:rPr lang="en-US" dirty="0"/>
              <a:t>.</a:t>
            </a:r>
          </a:p>
          <a:p>
            <a:r>
              <a:rPr lang="en-US" dirty="0"/>
              <a:t>By leveraging these insights, the mess management team can </a:t>
            </a:r>
            <a:r>
              <a:rPr lang="en-US" b="1" dirty="0"/>
              <a:t>optimize meal planning, reduce food waste, and improve student satisfaction</a:t>
            </a:r>
            <a:r>
              <a:rPr lang="en-US" dirty="0"/>
              <a:t>.</a:t>
            </a:r>
          </a:p>
          <a:p>
            <a:r>
              <a:rPr lang="en-US" dirty="0"/>
              <a:t>The Power BI dashboards provide an interactive, visual method to track and adapt to changing attendance trends in real time.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385193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55</TotalTime>
  <Words>552</Words>
  <Application>Microsoft Office PowerPoint</Application>
  <PresentationFormat>Widescreen</PresentationFormat>
  <Paragraphs>54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ADLaM Display</vt:lpstr>
      <vt:lpstr>Aptos Narrow</vt:lpstr>
      <vt:lpstr>Arial</vt:lpstr>
      <vt:lpstr>Trebuchet MS</vt:lpstr>
      <vt:lpstr>Wingdings</vt:lpstr>
      <vt:lpstr>Wingdings 3</vt:lpstr>
      <vt:lpstr>Facet</vt:lpstr>
      <vt:lpstr>Mess Attendance Analysis</vt:lpstr>
      <vt:lpstr>Problem Statement</vt:lpstr>
      <vt:lpstr>Data Collection</vt:lpstr>
      <vt:lpstr>Exploratory Data Analysis(EDA)</vt:lpstr>
      <vt:lpstr>Power BI Dashboards</vt:lpstr>
      <vt:lpstr>PowerPoint Presentation</vt:lpstr>
      <vt:lpstr>PowerPoint Presentation</vt:lpstr>
      <vt:lpstr>PowerPoint Presentation</vt:lpstr>
      <vt:lpstr>PowerPoint Presentation</vt:lpstr>
      <vt:lpstr>Insights</vt:lpstr>
      <vt:lpstr>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Anurag Chauhan</dc:creator>
  <cp:lastModifiedBy>Anurag Chauhan</cp:lastModifiedBy>
  <cp:revision>1</cp:revision>
  <dcterms:created xsi:type="dcterms:W3CDTF">2025-08-11T15:04:48Z</dcterms:created>
  <dcterms:modified xsi:type="dcterms:W3CDTF">2025-08-11T16:00:02Z</dcterms:modified>
</cp:coreProperties>
</file>